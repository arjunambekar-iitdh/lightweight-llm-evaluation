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Colab T4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</c:v>
                </c:pt>
                <c:pt idx="1">
                  <c:v>17.56</c:v>
                </c:pt>
                <c:pt idx="2">
                  <c:v>17.56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Jetson Xavier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7.51</c:v>
                </c:pt>
                <c:pt idx="1">
                  <c:v>11.54</c:v>
                </c:pt>
                <c:pt idx="2">
                  <c:v>8.2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J/tok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2.327</c:v>
                </c:pt>
                <c:pt idx="1">
                  <c:v>1.368</c:v>
                </c:pt>
                <c:pt idx="2">
                  <c:v>2.499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Colab T4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82.2</c:v>
                </c:pt>
                <c:pt idx="1">
                  <c:v>61</c:v>
                </c:pt>
                <c:pt idx="2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Jetson Xavier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180.4</c:v>
                </c:pt>
                <c:pt idx="1">
                  <c:v>118.8</c:v>
                </c:pt>
                <c:pt idx="2">
                  <c:v>133.6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Colab T4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26.57</c:v>
                </c:pt>
                <c:pt idx="1">
                  <c:v>21.23</c:v>
                </c:pt>
                <c:pt idx="2">
                  <c:v>17.02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Jetson Xavier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1B</c:v>
                  </c:pt>
                  <c:pt idx="1">
                    <c:v>Qwen 3 0.6B</c:v>
                  </c:pt>
                  <c:pt idx="2">
                    <c:v>Qwen 3 1.7B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26.61</c:v>
                </c:pt>
                <c:pt idx="1">
                  <c:v>21.19</c:v>
                </c:pt>
                <c:pt idx="2">
                  <c:v>17.05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Ultra-Light LLMs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Edge Deployment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T4 vs. Jetson AGX Xavier — Gemma 3 &amp; Qwen 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384048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029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T4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440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GPU, 320 GB/s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5029200"/>
            <a:ext cx="384048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5029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Xavier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5440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SoC, 137 GB/s, 20W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platforms, one benchmark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4480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 T4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Jetson Xavier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Turing (2560 cores)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 integrated (512 cores)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GB GDDR6 (320 GB/s)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16–32 GB LPDDR4x (137 GB/s)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x86_64 Xeon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ARMv8.2 Carmel 8-core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~70W GPU TDP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~20W board (MAXN)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+ CUDA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20.04 + CUDA 11.4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config: fp16 • SDPA attention • greedy decoding • seed 42 • max_new_tokens 256 • 5 prompts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results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188720"/>
                <a:gridCol w="1188720"/>
                <a:gridCol w="1280160"/>
                <a:gridCol w="1005840"/>
                <a:gridCol w="128016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(GB)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PPL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J/tok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 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 0.6B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 1.7B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846320"/>
            <a:ext cx="11612880" cy="1463040"/>
          </a:xfrm>
          <a:prstGeom prst="rect">
            <a:avLst/>
          </a:prstGeom>
          <a:solidFill>
            <a:srgbClr val="E6EEF5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4846320"/>
            <a:ext cx="9144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 0.6B: fastest on Xavier (11.5 tok/s), most energy-efficient (1.37 J/tok), best tok/joule ratio.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 1.7B: best quality (PPL 17.02) but 29% slower and 78% more energy than 0.6B on Xavier.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matches within 0.2% across platforms — numerical reproducibility confirmed.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SPEED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Throughput: cloud vs. edge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474720" cy="4572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0" y="1463040"/>
            <a:ext cx="347472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 BREAKS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103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T4: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 = 1.7B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(17.6 tok/s each)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Xavier: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 = 11.5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1.7B = 8.2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(29% gap!)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is overhead-bound.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is bandwidth-bound.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 matters on the edge.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XAVIER — THE EDGE METRIC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per token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via tegrastats: VDD_GPU_SOC + VDD_CPU_CV • MAXN mode • lower = better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772400" y="1463040"/>
            <a:ext cx="3931920" cy="4389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WINNER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00100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 J/tok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 tokens per joule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01000" y="4206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less energy than Gemma 3 1B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less energy than Qwen 3 1.7B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5120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battery-powered edge: the efficiency gap is the deciding factor.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token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0972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TTFT is 1.9–2.2× higher than T4. Still sub-200ms for all models — acceptable for interactive use.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matches across platforms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0" y="1463040"/>
            <a:ext cx="347472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0.2% DELTA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weights, same precision — perplexity is platform-independent.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validates the entire comparison methodology.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STRESS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soak: sustained load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74980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371600"/>
            <a:ext cx="3840480" cy="3840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−6.9%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drop over 4 consecutive runs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temp: 65°C → 87°C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3840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across models — thermal clock reduction, not model-specific. Active cooling recommended for sustained batch workloads.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2194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ceiling breaks on Xavier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T4: 0.6B = 1.7B speed. Xavier: 0.6B is 29% faster. Edge is bandwidth-bound.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2194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0.6B is the energy champion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J/tok — 42% less than Gemma, 45% less than Qwen 1.7B.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57600" cy="2194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is 1.5–2.1× faster than Xavier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widens with model size. Quantisation would shrink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577840" cy="2194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platform-independent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 matches within 0.2%. fp16 + SDPA is numerically stable.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5577840" cy="2194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cooling limits sustained load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 throughput loss after 4 consecutive runs. Budget cooling or margin.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E6EE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2286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MEMORY-CONSTRAINED (≤8 GB, Jetson NX)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 0.6B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tok/s • 1.37 J/tok • 3.3 GB VRAM • PPL 21.2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speed, best energy, smallest footprint. Dominates Gemma 3 1B on every axis except raw VRAM.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463040"/>
            <a:ext cx="109728" cy="2286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QUALITY-PRIORITY (≥16 GB, Xavier AGX)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 1.7B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tok/s • 2.50 J/tok • 5.5 GB VRAM • PPL 17.0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880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better quality at the cost of 29% speed and 78% more energy. Viable with active cooling.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DED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023360"/>
            <a:ext cx="109728" cy="9144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0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Gemma 3 1B on Jetson — Pareto-dominated by Qwen 3 0.6B on every metric except peak VRAM (2.0 vs 3.3 GB).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/ TensorRT-LLM sweep — expected 2–3× further speedup on Xavier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94360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Q4_K_M GGUF quantisation — reduces bandwidth pressure, should narrow T4/Xavier gap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26364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15W mode (nvpmodel -m 2) benchmark — trade throughput for thermal sustainability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58368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6492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Instruction-following eval (IFEval) — move beyond PPL to task-specific quality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LLM Benchmarking — Cross-Platform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2026-04-20T14:16:38Z</dcterms:created>
  <dcterms:modified xsi:type="dcterms:W3CDTF">2026-04-20T14:16:38Z</dcterms:modified>
</cp:coreProperties>
</file>